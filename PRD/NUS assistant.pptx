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S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45"/>
  </p:normalViewPr>
  <p:slideViewPr>
    <p:cSldViewPr snapToGrid="0">
      <p:cViewPr varScale="1">
        <p:scale>
          <a:sx n="91" d="100"/>
          <a:sy n="91" d="100"/>
        </p:scale>
        <p:origin x="192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SG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F0212B-BD99-6143-8194-CFB5A6C4BB1C}" type="datetimeFigureOut">
              <a:rPr kumimoji="1" lang="zh-SG" altLang="en-US" smtClean="0"/>
              <a:t>13/03/26</a:t>
            </a:fld>
            <a:endParaRPr kumimoji="1" lang="zh-SG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SG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zh-SG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SG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F1028-B66C-1F44-A1A7-533E2CE6D8E6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2302080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SG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F1028-B66C-1F44-A1A7-533E2CE6D8E6}" type="slidenum">
              <a:rPr kumimoji="1" lang="zh-SG" altLang="en-US" smtClean="0"/>
              <a:t>4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1529129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6F2BD1-DD10-9E60-ABFF-6E1EDD4B8F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SG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7B2582D-EB20-5B58-2C13-EA9E94781C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70BB6C-E0B1-4C40-8F76-B72572F15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B2FC9-76FA-BD4D-945B-82F164C03512}" type="datetimeFigureOut">
              <a:rPr kumimoji="1" lang="zh-SG" altLang="en-US" smtClean="0"/>
              <a:t>13/03/26</a:t>
            </a:fld>
            <a:endParaRPr kumimoji="1"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14C36A-A33F-268A-A1A6-1EEE98ECD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52D138-FE58-75B3-74E7-269AC0A2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4C364-B6AC-0E45-8601-0134D3667A14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2566598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E1D104-2A67-C160-C294-E7F6465D4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D74397-7D43-F9F4-F425-0215F2E08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89DD07-D7D1-72D7-BB7F-D22F02403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B2FC9-76FA-BD4D-945B-82F164C03512}" type="datetimeFigureOut">
              <a:rPr kumimoji="1" lang="zh-SG" altLang="en-US" smtClean="0"/>
              <a:t>13/03/26</a:t>
            </a:fld>
            <a:endParaRPr kumimoji="1"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D0B640-D13A-E4ED-C578-9875D0012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1521B0-E8A4-D1BA-17DA-E54B481BF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4C364-B6AC-0E45-8601-0134D3667A14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4218612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FC81A6-BC5C-08EA-7A6E-C7359E0B0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58E1A8-5E29-273C-D4FA-D7AADF19EA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C9E9FB-7F0A-9C4E-B966-8403B2A2E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B2FC9-76FA-BD4D-945B-82F164C03512}" type="datetimeFigureOut">
              <a:rPr kumimoji="1" lang="zh-SG" altLang="en-US" smtClean="0"/>
              <a:t>13/03/26</a:t>
            </a:fld>
            <a:endParaRPr kumimoji="1"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E2C17E-65A5-E8ED-34A1-51D54E669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46FBE9-354C-C7CC-D986-99C6BE756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4C364-B6AC-0E45-8601-0134D3667A14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2014155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638610-F6ED-D9F3-C722-2A1DE5444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65CA49-450E-5363-C00D-2DF4018BDC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zh-SG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98DBC99-62FA-38EF-8208-4CD9BD7AE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zh-SG" alt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4551CB-2449-5144-066D-79B344336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B2FC9-76FA-BD4D-945B-82F164C03512}" type="datetimeFigureOut">
              <a:rPr kumimoji="1" lang="zh-SG" altLang="en-US" smtClean="0"/>
              <a:t>13/03/26</a:t>
            </a:fld>
            <a:endParaRPr kumimoji="1"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03944D-F286-BF6E-282E-C8DA11482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4032C3-7AC7-F788-7997-B6AEE3B8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4C364-B6AC-0E45-8601-0134D3667A14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1742704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3C2EB5-9766-91CF-C215-5B0619D32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2C85EB-4154-5D38-3047-00104A005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603BA52-D08B-D503-B163-B4242BA93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zh-SG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DF130B5-AF60-C288-10F8-CE9CFB00E7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C85A3C9-B5AC-48F4-1903-75660AEAF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zh-SG" alt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C3C18C4-BB50-C9C4-5EF6-A622E2E89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B2FC9-76FA-BD4D-945B-82F164C03512}" type="datetimeFigureOut">
              <a:rPr kumimoji="1" lang="zh-SG" altLang="en-US" smtClean="0"/>
              <a:t>13/03/26</a:t>
            </a:fld>
            <a:endParaRPr kumimoji="1" lang="zh-SG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6382B1B-A2F7-AE7C-D991-4000C9E82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FE1C2E7-72C5-3F5F-06AF-0F04C8752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4C364-B6AC-0E45-8601-0134D3667A14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3219617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51B072-66AF-E6E1-23C2-B4EBE89E9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SG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B79E97D-366D-F9BF-779E-2F4CD7EDD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B2FC9-76FA-BD4D-945B-82F164C03512}" type="datetimeFigureOut">
              <a:rPr kumimoji="1" lang="zh-SG" altLang="en-US" smtClean="0"/>
              <a:t>13/03/26</a:t>
            </a:fld>
            <a:endParaRPr kumimoji="1" lang="zh-SG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1D3426-D6C1-4A82-A8C3-AAA18BD13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6D97110-2ECB-26A9-14B5-180A19499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4C364-B6AC-0E45-8601-0134D3667A14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2565777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1B7EC98-9B3F-78F3-B10E-DB8DBDD50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B2FC9-76FA-BD4D-945B-82F164C03512}" type="datetimeFigureOut">
              <a:rPr kumimoji="1" lang="zh-SG" altLang="en-US" smtClean="0"/>
              <a:t>13/03/26</a:t>
            </a:fld>
            <a:endParaRPr kumimoji="1" lang="zh-SG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28F1312-BD6A-FE04-871D-4A963C6F0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396C0F-68ED-E888-014A-7A89C78A7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4C364-B6AC-0E45-8601-0134D3667A14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3830622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C78D96-2F54-8148-0D0A-C4886DF4F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A29106-0254-15E8-68AE-0306AEECF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zh-SG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C57CF77-10B9-EBF5-AB16-5F07B55A1C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2EE6CB-451E-E6B1-88E9-F4E41B8E2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B2FC9-76FA-BD4D-945B-82F164C03512}" type="datetimeFigureOut">
              <a:rPr kumimoji="1" lang="zh-SG" altLang="en-US" smtClean="0"/>
              <a:t>13/03/26</a:t>
            </a:fld>
            <a:endParaRPr kumimoji="1"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FD8CF5-C249-24A4-DA70-0C6657394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70C7CF-50D7-DAEA-366F-D7EFC0FD3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4C364-B6AC-0E45-8601-0134D3667A14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2981325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0F81D1-9CF2-43FD-B1D4-08B655067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SG" alt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FD75678-9D45-041B-EA22-1D7160E628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SG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7E98F23-3DBF-BCCC-19EA-C6BE30D56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B4799A-F293-C880-0335-EC71FFDD7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B2FC9-76FA-BD4D-945B-82F164C03512}" type="datetimeFigureOut">
              <a:rPr kumimoji="1" lang="zh-SG" altLang="en-US" smtClean="0"/>
              <a:t>13/03/26</a:t>
            </a:fld>
            <a:endParaRPr kumimoji="1"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F40068-794F-CE8B-E79B-D81F3D1B9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902294-2BE6-5695-70B1-DB3282399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4C364-B6AC-0E45-8601-0134D3667A14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1607358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6D4A6B-DA99-0F54-A178-600656F44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SG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91CDE16-8F3E-C147-00DD-D0B249E03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372C76-A9F6-3E1B-C653-0CCF84E2A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B2FC9-76FA-BD4D-945B-82F164C03512}" type="datetimeFigureOut">
              <a:rPr kumimoji="1" lang="zh-SG" altLang="en-US" smtClean="0"/>
              <a:t>13/03/26</a:t>
            </a:fld>
            <a:endParaRPr kumimoji="1"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CD9586-6F5B-225F-BBB4-597130B5D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6E58EB-44A8-F2F5-F767-9094526A8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4C364-B6AC-0E45-8601-0134D3667A14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1548836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9664E61-B420-1F1E-472B-AAEA683D44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SG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22CBAB1-B81E-D331-0D93-9CA40BF7A1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5B8467-EA1C-E672-A5FE-D10FFAFB8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B2FC9-76FA-BD4D-945B-82F164C03512}" type="datetimeFigureOut">
              <a:rPr kumimoji="1" lang="zh-SG" altLang="en-US" smtClean="0"/>
              <a:t>13/03/26</a:t>
            </a:fld>
            <a:endParaRPr kumimoji="1"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F7EDCA-19D9-6372-09F8-910A335C8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4FF295-2474-0DE3-55AA-B5A569861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4C364-B6AC-0E45-8601-0134D3667A14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1896114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4966067-4D10-38FB-5DDC-5B29E67F9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476DAB-38EB-0CCE-92FF-76C6490824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3459B9-5CEC-C402-4834-B6B45A84DF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AB2FC9-76FA-BD4D-945B-82F164C03512}" type="datetimeFigureOut">
              <a:rPr kumimoji="1" lang="zh-SG" altLang="en-US" smtClean="0"/>
              <a:t>13/03/26</a:t>
            </a:fld>
            <a:endParaRPr kumimoji="1"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3B033B-D829-0A28-8B92-D5E82EA48F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45B749-CC86-47E5-9265-47B5EDA716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C4C364-B6AC-0E45-8601-0134D3667A14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1561820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S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1DBF5-FD1A-FC48-2AB2-E8C65BF8FB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1A85639-2C68-4D3C-B8C8-1634EB66BA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SG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41241C3-AE44-BC96-F3BE-0034E3E5D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5634"/>
            <a:ext cx="12192000" cy="6386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141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70AFB1-3F61-A304-C417-9F10C8324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SG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C24B2D1-C48D-3EBE-D5EC-36449A929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110" y="365125"/>
            <a:ext cx="11996890" cy="6261453"/>
          </a:xfrm>
          <a:prstGeom prst="rect">
            <a:avLst/>
          </a:prstGeom>
        </p:spPr>
      </p:pic>
      <p:pic>
        <p:nvPicPr>
          <p:cNvPr id="8" name="内容占位符 7" descr="地图&#10;&#10;AI 生成的内容可能不正确。">
            <a:extLst>
              <a:ext uri="{FF2B5EF4-FFF2-40B4-BE49-F238E27FC236}">
                <a16:creationId xmlns:a16="http://schemas.microsoft.com/office/drawing/2014/main" id="{550A7E36-B236-5EC4-136E-6C115FE49A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99274" y="4029148"/>
            <a:ext cx="4854525" cy="1893350"/>
          </a:xfrm>
        </p:spPr>
      </p:pic>
      <p:pic>
        <p:nvPicPr>
          <p:cNvPr id="10" name="图片 9" descr="图形用户界面, 应用程序, Teams&#10;&#10;AI 生成的内容可能不正确。">
            <a:extLst>
              <a:ext uri="{FF2B5EF4-FFF2-40B4-BE49-F238E27FC236}">
                <a16:creationId xmlns:a16="http://schemas.microsoft.com/office/drawing/2014/main" id="{EB8A705F-2653-E3D3-A46A-C8AB526755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010" y="4029149"/>
            <a:ext cx="4668717" cy="2005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651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430F3-3E6F-D1AE-3622-594F3E97A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026ECD-13D8-7BCA-B072-4F15E5C1A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SG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BAA84AF-9172-AB78-15FC-8AF182E8C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75" y="365125"/>
            <a:ext cx="12093525" cy="6127749"/>
          </a:xfrm>
          <a:prstGeom prst="rect">
            <a:avLst/>
          </a:prstGeom>
        </p:spPr>
      </p:pic>
      <p:pic>
        <p:nvPicPr>
          <p:cNvPr id="7" name="内容占位符 6" descr="图形用户界面, 文本, 应用程序, Teams&#10;&#10;AI 生成的内容可能不正确。">
            <a:extLst>
              <a:ext uri="{FF2B5EF4-FFF2-40B4-BE49-F238E27FC236}">
                <a16:creationId xmlns:a16="http://schemas.microsoft.com/office/drawing/2014/main" id="{D107F3DA-BF9A-6973-89E3-FF20C687B2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500468" y="1822012"/>
            <a:ext cx="5219114" cy="3579982"/>
          </a:xfrm>
        </p:spPr>
      </p:pic>
    </p:spTree>
    <p:extLst>
      <p:ext uri="{BB962C8B-B14F-4D97-AF65-F5344CB8AC3E}">
        <p14:creationId xmlns:p14="http://schemas.microsoft.com/office/powerpoint/2010/main" val="871928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90CD9-505E-1238-FD23-104659305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4F7A3C-0E0A-D48A-234B-527D2EDDB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SG" altLang="en-US"/>
          </a:p>
        </p:txBody>
      </p:sp>
      <p:pic>
        <p:nvPicPr>
          <p:cNvPr id="8" name="内容占位符 7" descr="图形用户界面, 文本, 应用程序, Teams&#10;&#10;AI 生成的内容可能不正确。">
            <a:extLst>
              <a:ext uri="{FF2B5EF4-FFF2-40B4-BE49-F238E27FC236}">
                <a16:creationId xmlns:a16="http://schemas.microsoft.com/office/drawing/2014/main" id="{97E6079B-4082-1A0D-76F6-5446A904DF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96216" y="587008"/>
            <a:ext cx="10799567" cy="5683983"/>
          </a:xfrm>
        </p:spPr>
      </p:pic>
    </p:spTree>
    <p:extLst>
      <p:ext uri="{BB962C8B-B14F-4D97-AF65-F5344CB8AC3E}">
        <p14:creationId xmlns:p14="http://schemas.microsoft.com/office/powerpoint/2010/main" val="340963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</Words>
  <Application>Microsoft Macintosh PowerPoint</Application>
  <PresentationFormat>宽屏</PresentationFormat>
  <Paragraphs>1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陈 仲宸</dc:creator>
  <cp:lastModifiedBy>陈 仲宸</cp:lastModifiedBy>
  <cp:revision>1</cp:revision>
  <dcterms:created xsi:type="dcterms:W3CDTF">2026-03-13T07:59:30Z</dcterms:created>
  <dcterms:modified xsi:type="dcterms:W3CDTF">2026-03-13T08:05:14Z</dcterms:modified>
</cp:coreProperties>
</file>